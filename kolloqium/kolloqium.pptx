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78" r:id="rId3"/>
    <p:sldMasterId id="2147483688" r:id="rId4"/>
    <p:sldMasterId id="2147483693" r:id="rId5"/>
  </p:sldMasterIdLst>
  <p:notesMasterIdLst>
    <p:notesMasterId r:id="rId16"/>
  </p:notesMasterIdLst>
  <p:sldIdLst>
    <p:sldId id="261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0" autoAdjust="0"/>
    <p:restoredTop sz="81422" autoAdjust="0"/>
  </p:normalViewPr>
  <p:slideViewPr>
    <p:cSldViewPr snapToGrid="0" showGuides="1">
      <p:cViewPr varScale="1">
        <p:scale>
          <a:sx n="99" d="100"/>
          <a:sy n="99" d="100"/>
        </p:scale>
        <p:origin x="1378" y="77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DE" dirty="0"/>
              <a:t>Motivation, Problemstellung und Zielsetzung </a:t>
            </a:r>
          </a:p>
          <a:p>
            <a:pPr marL="228600" indent="-228600">
              <a:buAutoNum type="arabicPeriod"/>
            </a:pPr>
            <a:r>
              <a:rPr lang="de-DE" dirty="0"/>
              <a:t>Methodik und Werkzeuge zur Bearbeitung der Aufgabe</a:t>
            </a:r>
          </a:p>
          <a:p>
            <a:pPr marL="228600" indent="-228600">
              <a:buAutoNum type="arabicPeriod"/>
            </a:pPr>
            <a:r>
              <a:rPr lang="de-DE" dirty="0"/>
              <a:t>Wichtigste Ergebnisse </a:t>
            </a:r>
          </a:p>
          <a:p>
            <a:pPr marL="228600" indent="-228600">
              <a:buAutoNum type="arabicPeriod"/>
            </a:pPr>
            <a:r>
              <a:rPr lang="de-DE" dirty="0"/>
              <a:t>Code Walkthrough durch Hauptprogrammablauf</a:t>
            </a:r>
          </a:p>
          <a:p>
            <a:pPr marL="228600" indent="-228600">
              <a:buAutoNum type="arabicPeriod"/>
            </a:pPr>
            <a:r>
              <a:rPr lang="de-DE" dirty="0"/>
              <a:t>Was geht ? Was ist gut und nicht so gut ? Vergleich zu modernen Softwaresystemen</a:t>
            </a:r>
          </a:p>
          <a:p>
            <a:pPr marL="228600" indent="-228600">
              <a:buAutoNum type="arabicPeriod"/>
            </a:pPr>
            <a:r>
              <a:rPr lang="de-DE" dirty="0"/>
              <a:t>Was fehlt ? Was kann verbessert werden ?</a:t>
            </a:r>
          </a:p>
          <a:p>
            <a:pPr marL="228600" indent="-228600">
              <a:buAutoNum type="arabicPeriod"/>
            </a:pPr>
            <a:r>
              <a:rPr lang="de-DE" dirty="0"/>
              <a:t>Was habe ich gelernt ? Wie ist es für die Zukunft einzuordnen ?</a:t>
            </a:r>
          </a:p>
          <a:p>
            <a:pPr marL="228600" indent="-228600">
              <a:buAutoNum type="arabicPeriod"/>
            </a:pPr>
            <a:r>
              <a:rPr lang="de-DE" dirty="0"/>
              <a:t>Wichtig für KMU und open Source Bezug herstellen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51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1. Kurze Beschreibung des vorliegenden Systems </a:t>
            </a:r>
          </a:p>
          <a:p>
            <a:r>
              <a:rPr lang="de-DE" dirty="0"/>
              <a:t>2. Erklärung der Architektur und Bezug zu KMU und Open Source Software</a:t>
            </a:r>
          </a:p>
          <a:p>
            <a:r>
              <a:rPr lang="de-DE" dirty="0"/>
              <a:t>3. Anbieter Einordnung: Vielleicht sipgate und Telekom ? Die so ein System nutzen. Kurz auf z.B. </a:t>
            </a:r>
            <a:r>
              <a:rPr lang="de-DE" dirty="0" err="1"/>
              <a:t>FonioAI</a:t>
            </a:r>
            <a:r>
              <a:rPr lang="de-DE" dirty="0"/>
              <a:t> eingehen.</a:t>
            </a:r>
          </a:p>
          <a:p>
            <a:r>
              <a:rPr lang="de-DE" dirty="0"/>
              <a:t>4. Ersetzung hardwarebasierter Systeme durch skalierbare (containerbasierte) Softwaresysteme. Datenschutz und Compliance</a:t>
            </a:r>
          </a:p>
          <a:p>
            <a:r>
              <a:rPr lang="de-DE" dirty="0"/>
              <a:t>5. SIP Telefonie + LLM Vorbearbeitung/Nachbearbeitung</a:t>
            </a:r>
          </a:p>
          <a:p>
            <a:r>
              <a:rPr lang="de-DE" dirty="0"/>
              <a:t>6. Systemperformance die daraus resultiert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3934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EE4E-4419-EFB4-3B09-D20136331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AFB143A-D1B8-D9F8-1C54-AD1EBA55F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9957539-F221-A3CE-14E1-8A7B7A20A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DE" sz="1200" dirty="0"/>
              <a:t>Hypothesen, </a:t>
            </a:r>
            <a:r>
              <a:rPr lang="de-DE" sz="1200" dirty="0" err="1"/>
              <a:t>Baresip</a:t>
            </a:r>
            <a:r>
              <a:rPr lang="de-DE" sz="1200" dirty="0"/>
              <a:t> zum Testen von SIP Grundlagen</a:t>
            </a:r>
          </a:p>
          <a:p>
            <a:pPr marL="228600" indent="-228600">
              <a:buAutoNum type="arabicPeriod"/>
            </a:pPr>
            <a:r>
              <a:rPr lang="de-DE" sz="1200" dirty="0"/>
              <a:t>Recherche zu Open Source Systemen, da für KMU wichtig (Kosten und Datenhoheit)</a:t>
            </a:r>
          </a:p>
          <a:p>
            <a:pPr marL="228600" indent="-228600">
              <a:buAutoNum type="arabicPeriod"/>
            </a:pPr>
            <a:r>
              <a:rPr lang="de-DE" sz="1200" dirty="0"/>
              <a:t>Literarische Vergleiche zu bestehenden Systemen und verwandten Arbeiten</a:t>
            </a:r>
          </a:p>
          <a:p>
            <a:pPr marL="228600" indent="-228600">
              <a:buAutoNum type="arabicPeriod"/>
            </a:pPr>
            <a:r>
              <a:rPr lang="de-DE" sz="1200" dirty="0"/>
              <a:t>Tools / Architektur und IDE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A0EECEC-2489-D5B2-37D4-7A3B004EA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616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BD08B-47B1-2A72-771D-C64DF2C45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BF1DC4D-715B-C823-2AA5-8FA666395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985D5A1-6E86-460B-BA51-AFE66B3EF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DE" dirty="0"/>
              <a:t>Was gibt es für Ergebnisse und Erkenntnisse im Bezug zu SIP und LLM Integration ?</a:t>
            </a:r>
          </a:p>
          <a:p>
            <a:pPr marL="228600" indent="-228600">
              <a:buAutoNum type="arabicPeriod"/>
            </a:pPr>
            <a:r>
              <a:rPr lang="de-DE" dirty="0"/>
              <a:t>Was ist das abschließende System und die Architektur im spezielleren Sinne ?</a:t>
            </a:r>
          </a:p>
          <a:p>
            <a:pPr marL="228600" indent="-228600">
              <a:buAutoNum type="arabicPeriod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356B04-7215-C217-62D7-C3B191044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6061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FC10-C72E-AF57-4D93-CA7BB523D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7528284-5DB1-4CB2-7ABC-9957BF1A9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A52CDA5-EC87-C802-F767-94EE41216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845B26-CD5B-3AA9-1E68-0FBCCF903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0951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EFA30-06ED-3990-D485-E1EA106A5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A7C1956-3C42-421A-8214-02AE81DD4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5003ED9-8AC4-0993-E8FC-2D7C37C5D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1BB485-48C1-6F10-19CD-16F4BB6EB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7099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5BCA9-362C-B6F9-5A04-D5A06B348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4988BE-534F-0B47-7A84-0E7FD5D80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9F7620-4938-A607-9F8F-38E58A239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DE" dirty="0"/>
              <a:t>Was gibt es für Ergebnisse und Erkenntnisse im Bezug zu SIP und LLM Integration ?</a:t>
            </a:r>
          </a:p>
          <a:p>
            <a:pPr marL="228600" indent="-228600">
              <a:buAutoNum type="arabicPeriod"/>
            </a:pPr>
            <a:r>
              <a:rPr lang="de-DE" dirty="0"/>
              <a:t>Was ist das abschließende System und die Architektur im spezielleren Sinne ?</a:t>
            </a:r>
          </a:p>
          <a:p>
            <a:pPr marL="228600" indent="-228600">
              <a:buAutoNum type="arabicPeriod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3BEAB8-FB34-12BC-8BDC-A4FD951B4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244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2. April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2. April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2. April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2. April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2. April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2. April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2. April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2. April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2. April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2. April 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w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CDCB29-B033-824F-9579-DE7C9ACEF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8690399" cy="2358000"/>
          </a:xfrm>
        </p:spPr>
        <p:txBody>
          <a:bodyPr/>
          <a:lstStyle/>
          <a:p>
            <a:r>
              <a:rPr lang="de-DE" sz="3600" dirty="0"/>
              <a:t>Ein hardwareunabhängiges SIP-Telefonsystem: Untersuchung</a:t>
            </a:r>
            <a:br>
              <a:rPr lang="de-DE" sz="3600" dirty="0"/>
            </a:br>
            <a:r>
              <a:rPr lang="de-DE" sz="3600" dirty="0"/>
              <a:t>der Machbarkeit, Performance und LLM-Integration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A9B5AA-E63F-EE47-9BC2-E53EBF38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2975-D8C2-4BA9-A85C-A39EEEE43493}" type="datetime4">
              <a:rPr lang="de-DE" smtClean="0"/>
              <a:pPr/>
              <a:t>2. April 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Jan Liebeck, Fakultät Informatik und Medien</a:t>
            </a:r>
          </a:p>
        </p:txBody>
      </p:sp>
    </p:spTree>
    <p:extLst>
      <p:ext uri="{BB962C8B-B14F-4D97-AF65-F5344CB8AC3E}">
        <p14:creationId xmlns:p14="http://schemas.microsoft.com/office/powerpoint/2010/main" val="5722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 des Vortrages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sz="1400" dirty="0"/>
              <a:t>Hintergrund </a:t>
            </a: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Methodiken und Werkzeuge </a:t>
            </a: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Wesentliche Ergebnisse</a:t>
            </a: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Ablauf des Hauptprogramms / Entwurf der Schnittstellen und </a:t>
            </a:r>
            <a:r>
              <a:rPr lang="de-DE" sz="1400" dirty="0" err="1"/>
              <a:t>Configs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Einordnung der Lösung </a:t>
            </a: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Ausblick und Erweiterungen</a:t>
            </a: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Persönliches Fazit und </a:t>
            </a:r>
            <a:r>
              <a:rPr lang="de-DE" sz="1400" dirty="0" err="1"/>
              <a:t>Learnings</a:t>
            </a: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r>
              <a:rPr lang="de-DE" sz="1400" dirty="0"/>
              <a:t>Offene Fragen </a:t>
            </a:r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  <a:p>
            <a:pPr marL="342900" indent="-342900">
              <a:buFont typeface="+mj-lt"/>
              <a:buAutoNum type="arabicPeriod"/>
            </a:pPr>
            <a:endParaRPr lang="de-DE" sz="14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Jan Liebeck, Fakultät Informatik und Medien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772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E09D9-C200-B453-F850-ECE0A5FC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39AD41-604E-6810-1B84-B4B4DCB2C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Hintergrund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0BC550-AD14-C7F2-C606-097098C39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400" dirty="0"/>
              <a:t>Was wurde für eine Aufgabe gelöst ?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6265E5-8A8D-3930-2B9B-9837948F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Jan Liebeck, Fakultät Informatik und Medien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92205E-7219-0307-2575-50A2D030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9098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9797-0A90-CC22-6050-D2E706BC9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6AB64A-FCA1-A9E4-6F3C-EF4CD5907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 und Werkzeuge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0E4732F-7B42-6E10-CC55-2346F0DAA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Jan Liebeck, Fakultät Informatik und Medien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291881F-3D0A-735E-C631-8948CA9E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</a:t>
            </a:fld>
            <a:endParaRPr lang="de-DE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58580CE4-4A69-D226-04F9-0766F55D4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r>
              <a:rPr lang="de-DE" sz="1400" dirty="0"/>
              <a:t>Wie wurde die Aufgabe gelöst ?</a:t>
            </a:r>
          </a:p>
        </p:txBody>
      </p:sp>
    </p:spTree>
    <p:extLst>
      <p:ext uri="{BB962C8B-B14F-4D97-AF65-F5344CB8AC3E}">
        <p14:creationId xmlns:p14="http://schemas.microsoft.com/office/powerpoint/2010/main" val="71435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54314-5BB9-79C3-3181-82BC361D1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11BD5A-F01D-E826-0220-21525D850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Wesentliche 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465E2E-E389-A698-F49F-02A0CFC15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400" dirty="0"/>
              <a:t>Was sind für Ergebnisse entstanden ? </a:t>
            </a:r>
          </a:p>
          <a:p>
            <a:endParaRPr lang="de-DE" sz="1400" dirty="0"/>
          </a:p>
          <a:p>
            <a:endParaRPr lang="de-DE" sz="1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325DE7-CD45-A0C4-E2FD-E27F2088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Jan Liebeck, Fakultät Informatik und Medien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89FB645-2A8C-1A9A-7F44-CB21333E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3876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84A1-8AE1-6E85-B66A-BA8EDF247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F0E395-36E2-22C7-D759-039051433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Ablauf des Hauptprogramms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A0A33B-EAD8-AB89-BACD-D08138E7F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400" dirty="0"/>
              <a:t>Wie arbeiten die einzelnen Komponenten und Container zusammen ?</a:t>
            </a:r>
          </a:p>
          <a:p>
            <a:endParaRPr lang="de-DE" sz="1400" dirty="0"/>
          </a:p>
          <a:p>
            <a:r>
              <a:rPr lang="de-DE" sz="1400" dirty="0"/>
              <a:t>Code Walkthrough durch Ablauf</a:t>
            </a:r>
          </a:p>
          <a:p>
            <a:endParaRPr lang="de-DE" sz="1400" dirty="0"/>
          </a:p>
          <a:p>
            <a:endParaRPr lang="de-DE" sz="1400" dirty="0"/>
          </a:p>
          <a:p>
            <a:endParaRPr lang="de-DE" sz="1400" dirty="0"/>
          </a:p>
          <a:p>
            <a:endParaRPr lang="de-DE" sz="1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F57D27F-F2C9-EB0F-ECAF-D97CD5362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Jan Liebeck, Fakultät Informatik und Medien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C4AAC8-BBB6-D42E-328B-20D37C62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5731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7D999-9E41-A78E-3FCA-94505467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C6D3D3-E1B1-3660-C173-612A4EA30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Einordnung der Lösung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E6A858-6ED7-7C39-741B-0F5C93030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400" dirty="0"/>
              <a:t>Was kann es und wie ist die Lösung von Bedeutung ?</a:t>
            </a:r>
          </a:p>
          <a:p>
            <a:endParaRPr lang="de-DE" sz="1400" dirty="0"/>
          </a:p>
          <a:p>
            <a:endParaRPr lang="de-DE" sz="1400" dirty="0"/>
          </a:p>
          <a:p>
            <a:endParaRPr lang="de-DE" sz="1400" dirty="0"/>
          </a:p>
          <a:p>
            <a:endParaRPr lang="de-DE" sz="1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ED4D282-1726-FDA4-B2CA-2F46008D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Jan Liebeck, Fakultät Informatik und Medien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4735AD4-9D9D-95E4-EA70-9F5593E1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4187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E6A0A6-A459-CF86-C60C-8B8B3D5AE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Ausblick und Erweiterungen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0A9328-C937-D9CD-A9E3-EF8FEDF4C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D8FB6E-B377-4D35-AF18-AC9853FA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Jan Liebeck, Fakultät Informatik und Medien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DA4713-5A2C-BF97-10A8-4BAE9276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860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EEBC-E4F3-508C-A80E-CEB149F5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45C4ED-1D41-7980-90C2-6A3C356C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Persönliches Fazit und </a:t>
            </a:r>
            <a:r>
              <a:rPr lang="de-DE" dirty="0" err="1"/>
              <a:t>Learnings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086BC1-2290-48BB-1DAC-92228A0F1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400" dirty="0"/>
              <a:t>Wie arbeiten die einzelnen Komponenten und Container zusammen ?</a:t>
            </a:r>
          </a:p>
          <a:p>
            <a:endParaRPr lang="de-DE" sz="1400" dirty="0"/>
          </a:p>
          <a:p>
            <a:r>
              <a:rPr lang="de-DE" sz="1400" dirty="0"/>
              <a:t>Code Walkthrough durch Ablauf</a:t>
            </a:r>
          </a:p>
          <a:p>
            <a:endParaRPr lang="de-DE" sz="1400" dirty="0"/>
          </a:p>
          <a:p>
            <a:endParaRPr lang="de-DE" sz="1400" dirty="0"/>
          </a:p>
          <a:p>
            <a:endParaRPr lang="de-DE" sz="1400" dirty="0"/>
          </a:p>
          <a:p>
            <a:endParaRPr lang="de-DE" sz="1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438DB6E-ADA4-F9C6-B6D2-50B0F148E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Jan Liebeck, Fakultät Informatik und Medien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718ACE-0B2F-94E5-1623-DE0F092C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536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0C3E2E-C791-7AE3-42F7-AD96C5F4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Offene 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9840F0-2799-52EE-FA90-3F3A15904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4795C3-7749-B9E2-4CED-6D5F502E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Jan Liebeck, Fakultät Informatik und Medien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2619BEF-AF7D-AC28-D5E0-146DE3FCB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815319"/>
      </p:ext>
    </p:extLst>
  </p:cSld>
  <p:clrMapOvr>
    <a:masterClrMapping/>
  </p:clrMapOvr>
</p:sld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433</Words>
  <Application>Microsoft Office PowerPoint</Application>
  <PresentationFormat>Breitbild</PresentationFormat>
  <Paragraphs>90</Paragraphs>
  <Slides>10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10</vt:i4>
      </vt:variant>
    </vt:vector>
  </HeadingPairs>
  <TitlesOfParts>
    <vt:vector size="18" baseType="lpstr">
      <vt:lpstr>Arial</vt:lpstr>
      <vt:lpstr>Calibri</vt:lpstr>
      <vt:lpstr>Work Sans</vt:lpstr>
      <vt:lpstr>HTWK_Praesentation_16-9</vt:lpstr>
      <vt:lpstr>HTWK Magenta</vt:lpstr>
      <vt:lpstr>HTWK Grün</vt:lpstr>
      <vt:lpstr>HTWK Cyan</vt:lpstr>
      <vt:lpstr>HTWK Blau</vt:lpstr>
      <vt:lpstr>Ein hardwareunabhängiges SIP-Telefonsystem: Untersuchung der Machbarkeit, Performance und LLM-Integration</vt:lpstr>
      <vt:lpstr>Inhalt des Vortrages</vt:lpstr>
      <vt:lpstr>Hintergrund</vt:lpstr>
      <vt:lpstr>Methodik und Werkzeuge</vt:lpstr>
      <vt:lpstr>Wesentliche Ergebnisse</vt:lpstr>
      <vt:lpstr>Ablauf des Hauptprogramms</vt:lpstr>
      <vt:lpstr>Einordnung der Lösung </vt:lpstr>
      <vt:lpstr>Ausblick und Erweiterungen</vt:lpstr>
      <vt:lpstr>Persönliches Fazit und Learnings</vt:lpstr>
      <vt:lpstr>Offene Fragen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Liebeck, Jan</cp:lastModifiedBy>
  <cp:revision>4</cp:revision>
  <dcterms:created xsi:type="dcterms:W3CDTF">2019-01-10T16:04:56Z</dcterms:created>
  <dcterms:modified xsi:type="dcterms:W3CDTF">2026-04-02T12:38:01Z</dcterms:modified>
</cp:coreProperties>
</file>